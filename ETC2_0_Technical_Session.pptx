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ETC2.0 — Technical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車載器 (Shasaiki) • RSU • DSRC • Application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Goal: understand what communicates with what, at which layer, and where the ETC card fits.</a:t>
            </a:r>
          </a:p>
          <a:p>
            <a:pPr>
              <a:spcAft>
                <a:spcPts val="1000"/>
              </a:spcAft>
              <a:defRPr sz="1800"/>
            </a:pPr>
            <a:r>
              <a:t>• Primary standards: ARIB STD-T75, STD-T88, STD-T110.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01 | ETC2.0 Technical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ETC2.0?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From toll collection to vehicle–road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ETC2.0 uses bidirectional communication between roadside units (RSUs) and vehicle onboard units (OBUs).</a:t>
            </a:r>
          </a:p>
          <a:p>
            <a:pPr>
              <a:spcAft>
                <a:spcPts val="1000"/>
              </a:spcAft>
              <a:defRPr sz="1800"/>
            </a:pPr>
            <a:r>
              <a:t>• It supports toll-related services plus traffic, route, safety and probe-data services.</a:t>
            </a:r>
          </a:p>
          <a:p>
            <a:pPr>
              <a:spcAft>
                <a:spcPts val="1000"/>
              </a:spcAft>
              <a:defRPr sz="1800"/>
            </a:pPr>
            <a:r>
              <a:t>• NILIM describes travel history and behavior history stored in ETC2.0 OBUs and collected as probe data at RSUs.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02 | ETC2.0 Technical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Big-picture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Keep these communication paths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ETC card ↔ OBU: card-side interface inside the vehicle equipment.</a:t>
            </a:r>
          </a:p>
          <a:p>
            <a:pPr>
              <a:spcAft>
                <a:spcPts val="1000"/>
              </a:spcAft>
              <a:defRPr sz="1800"/>
            </a:pPr>
            <a:r>
              <a:t>• OBU ↔ RSU: ETC2.0 / DSRC wireless communication.</a:t>
            </a:r>
          </a:p>
          <a:p>
            <a:pPr>
              <a:spcAft>
                <a:spcPts val="1000"/>
              </a:spcAft>
              <a:defRPr sz="1800"/>
            </a:pPr>
            <a:r>
              <a:t>• RSU ↔ roadside backend: infrastructure/application processing.</a:t>
            </a:r>
          </a:p>
          <a:p>
            <a:pPr>
              <a:spcAft>
                <a:spcPts val="1000"/>
              </a:spcAft>
              <a:defRPr sz="1800"/>
            </a:pPr>
            <a:r>
              <a:t>• Key point: the RSU does not directly talk to the ETC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03 | ETC2.0 Technical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車載器 (Shasaiki)?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Vehicle-mounted equipment / OBU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It is the vehicle-side ETC/DSRC equipment, not merely a reader.</a:t>
            </a:r>
          </a:p>
          <a:p>
            <a:pPr>
              <a:spcAft>
                <a:spcPts val="1000"/>
              </a:spcAft>
              <a:defRPr sz="1800"/>
            </a:pPr>
            <a:r>
              <a:t>• The ETC2.0 vehicle equipment has ETC functionality and a DSRC section for services.</a:t>
            </a:r>
          </a:p>
          <a:p>
            <a:pPr>
              <a:spcAft>
                <a:spcPts val="1000"/>
              </a:spcAft>
              <a:defRPr sz="1800"/>
            </a:pPr>
            <a:r>
              <a:t>• The official ETC portal states that DSRC uses ARIB STD-T75 and references JEITA TT-6002A for the vehicle-equipment DSRC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04 | ETC2.0 Technical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DSRC?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Dedicated Short-Range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DSRC provides short-range wireless communication between roadside/base station and vehicle/mobile station.</a:t>
            </a:r>
          </a:p>
          <a:p>
            <a:pPr>
              <a:spcAft>
                <a:spcPts val="1000"/>
              </a:spcAft>
              <a:defRPr sz="1800"/>
            </a:pPr>
            <a:r>
              <a:t>• ARIB STD-T75 specifies the radio air interface.</a:t>
            </a:r>
          </a:p>
          <a:p>
            <a:pPr>
              <a:spcAft>
                <a:spcPts val="1000"/>
              </a:spcAft>
              <a:defRPr sz="1800"/>
            </a:pPr>
            <a:r>
              <a:t>• The standard defines the roadside unit as the Base Station and onboard equipment as the Land Mobile Station / Mobile Station.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05 | ETC2.0 Technical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standards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Which document defines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ARIB STD-T75 → DSRC radio communication interface.</a:t>
            </a:r>
          </a:p>
          <a:p>
            <a:pPr>
              <a:spcAft>
                <a:spcPts val="1000"/>
              </a:spcAft>
              <a:defRPr sz="1800"/>
            </a:pPr>
            <a:r>
              <a:t>• ARIB STD-T88 → DSRC Application Sub-Layer; supports multiple applications over STD-T75.</a:t>
            </a:r>
          </a:p>
          <a:p>
            <a:pPr>
              <a:spcAft>
                <a:spcPts val="1000"/>
              </a:spcAft>
              <a:defRPr sz="1800"/>
            </a:pPr>
            <a:r>
              <a:t>• ARIB STD-T110 → DSRC Basic Application Interface; supports non-IP applications and includes IC-card access.</a:t>
            </a:r>
          </a:p>
          <a:p>
            <a:pPr>
              <a:spcAft>
                <a:spcPts val="1000"/>
              </a:spcAft>
              <a:defRPr sz="1800"/>
            </a:pPr>
            <a:r>
              <a:t>• JEITA TT-6002A → ITS vehicle-mounted equipment DSRC section standard specification.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06 | ETC2.0 Technical Session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Protocol-stack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Do not mix radio, DSRC-ASL and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737360"/>
            <a:ext cx="84124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Application /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697480"/>
            <a:ext cx="84124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DSRC Application Sub-Layer — STD-T88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657600"/>
            <a:ext cx="84124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DSRC System / Radio Interface — STD-T75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617720"/>
            <a:ext cx="84124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5.8 GHz radio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07 | ETC2.0 Technical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STD-T110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Application interfaces above the DSRC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OBE instruction response</a:t>
            </a:r>
          </a:p>
          <a:p>
            <a:pPr>
              <a:spcAft>
                <a:spcPts val="1000"/>
              </a:spcAft>
              <a:defRPr sz="1800"/>
            </a:pPr>
            <a:r>
              <a:t>• OBE memory access</a:t>
            </a:r>
          </a:p>
          <a:p>
            <a:pPr>
              <a:spcAft>
                <a:spcPts val="1000"/>
              </a:spcAft>
              <a:defRPr sz="1800"/>
            </a:pPr>
            <a:r>
              <a:t>• IC card access</a:t>
            </a:r>
          </a:p>
          <a:p>
            <a:pPr>
              <a:spcAft>
                <a:spcPts val="1000"/>
              </a:spcAft>
              <a:defRPr sz="1800"/>
            </a:pPr>
            <a:r>
              <a:t>• Push-type information delivery</a:t>
            </a:r>
          </a:p>
          <a:p>
            <a:pPr>
              <a:spcAft>
                <a:spcPts val="1000"/>
              </a:spcAft>
              <a:defRPr sz="1800"/>
            </a:pPr>
            <a:r>
              <a:t>• OBE ID communication</a:t>
            </a:r>
          </a:p>
          <a:p>
            <a:pPr>
              <a:spcAft>
                <a:spcPts val="1000"/>
              </a:spcAft>
              <a:defRPr sz="1800"/>
            </a:pPr>
            <a:r>
              <a:t>• OBE basic indication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08 | ETC2.0 Technical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Where does the ETC card 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Card communication is inside the OBU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ETC card is inserted into the vehicle equipment.</a:t>
            </a:r>
          </a:p>
          <a:p>
            <a:pPr>
              <a:spcAft>
                <a:spcPts val="1000"/>
              </a:spcAft>
              <a:defRPr sz="1800"/>
            </a:pPr>
            <a:r>
              <a:t>• The OBU handles the vehicle-side card/application interaction.</a:t>
            </a:r>
          </a:p>
          <a:p>
            <a:pPr>
              <a:spcAft>
                <a:spcPts val="1000"/>
              </a:spcAft>
              <a:defRPr sz="1800"/>
            </a:pPr>
            <a:r>
              <a:t>• ETC2.0 DSRC communication is separately between OBU and RSU.</a:t>
            </a:r>
          </a:p>
          <a:p>
            <a:pPr>
              <a:spcAft>
                <a:spcPts val="1000"/>
              </a:spcAft>
              <a:defRPr sz="1800"/>
            </a:pPr>
            <a:r>
              <a:t>• Do not map WUPA/ATQA/anticollision/SELECT/RATS directly onto DSRC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09 | ETC2.0 Technical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Simplified communication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Learning model — verify exact project traces/spec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1. Vehicle enters the RSU communication area.</a:t>
            </a:r>
          </a:p>
          <a:p>
            <a:pPr>
              <a:spcAft>
                <a:spcPts val="1000"/>
              </a:spcAft>
              <a:defRPr sz="1800"/>
            </a:pPr>
            <a:r>
              <a:t>• 2. RSU and OBU establish/perform DSRC communication.</a:t>
            </a:r>
          </a:p>
          <a:p>
            <a:pPr>
              <a:spcAft>
                <a:spcPts val="1000"/>
              </a:spcAft>
              <a:defRPr sz="1800"/>
            </a:pPr>
            <a:r>
              <a:t>• 3. Application/service is identified or invoked.</a:t>
            </a:r>
          </a:p>
          <a:p>
            <a:pPr>
              <a:spcAft>
                <a:spcPts val="1000"/>
              </a:spcAft>
              <a:defRPr sz="1800"/>
            </a:pPr>
            <a:r>
              <a:t>• 4. Data is exchanged for the required service.</a:t>
            </a:r>
          </a:p>
          <a:p>
            <a:pPr>
              <a:spcAft>
                <a:spcPts val="1000"/>
              </a:spcAft>
              <a:defRPr sz="1800"/>
            </a:pPr>
            <a:r>
              <a:t>• 5. OBU may provide stored probe information when applicable.</a:t>
            </a:r>
          </a:p>
          <a:p>
            <a:pPr>
              <a:spcAft>
                <a:spcPts val="1000"/>
              </a:spcAft>
              <a:defRPr sz="1800"/>
            </a:pPr>
            <a:r>
              <a:t>• 6. Communication ends as the vehicle leaves the communication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 | ETC2.0 Technical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ETC2.0 probe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Why ETC2.0 is more than tolling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OBU can accumulate travel history and behavior history.</a:t>
            </a:r>
          </a:p>
          <a:p>
            <a:pPr>
              <a:spcAft>
                <a:spcPts val="1000"/>
              </a:spcAft>
              <a:defRPr sz="1800"/>
            </a:pPr>
            <a:r>
              <a:t>• When the vehicle passes an RSU, stored information can be collected as probe data with user consent.</a:t>
            </a:r>
          </a:p>
          <a:p>
            <a:pPr>
              <a:spcAft>
                <a:spcPts val="1000"/>
              </a:spcAft>
              <a:defRPr sz="1800"/>
            </a:pPr>
            <a:r>
              <a:t>• Travel history helps analyze speeds/congestion.</a:t>
            </a:r>
          </a:p>
          <a:p>
            <a:pPr>
              <a:spcAft>
                <a:spcPts val="1000"/>
              </a:spcAft>
              <a:defRPr sz="1800"/>
            </a:pPr>
            <a:r>
              <a:t>• Behavior history helps identify frequent sudden-braking / near-miss locations.</a:t>
            </a:r>
          </a:p>
          <a:p>
            <a:pPr>
              <a:spcAft>
                <a:spcPts val="1000"/>
              </a:spcAft>
              <a:defRPr sz="1800"/>
            </a:pPr>
            <a:r>
              <a:t>• NILIM reports approximate OBU memory capacity of 80 km travel history and 31 behavior-history events, with older data overwritten.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11 | ETC2.0 Technical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Communication failure — engineering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Why RF/environment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Official ETC2.0 rules warn that DSRC communication is not guaranteed under every environment.</a:t>
            </a:r>
          </a:p>
          <a:p>
            <a:pPr>
              <a:spcAft>
                <a:spcPts val="1000"/>
              </a:spcAft>
              <a:defRPr sz="1800"/>
            </a:pPr>
            <a:r>
              <a:t>• Factors include nearby metal/reflection, multiple onboard units, shielding/reflection from nearby vehicles, antenna obstruction and heat-reflective glass.</a:t>
            </a:r>
          </a:p>
          <a:p>
            <a:pPr>
              <a:spcAft>
                <a:spcPts val="1000"/>
              </a:spcAft>
              <a:defRPr sz="1800"/>
            </a:pPr>
            <a:r>
              <a:t>• Failures can therefore be RF/environmental as well as protocol/application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12 | ETC2.0 Technical Session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perspective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From specification → conformance →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ARIB TR-T16 defines compatibility-confirmation testing for DSRC mobile stations against the STD-T75 radio interface.</a:t>
            </a:r>
          </a:p>
          <a:p>
            <a:pPr>
              <a:spcAft>
                <a:spcPts val="1000"/>
              </a:spcAft>
              <a:defRPr sz="1800"/>
            </a:pPr>
            <a:r>
              <a:t>• A practical debug split is: RF/link → DSRC protocol → application → OBU/card → backend.</a:t>
            </a:r>
          </a:p>
          <a:p>
            <a:pPr>
              <a:spcAft>
                <a:spcPts val="1000"/>
              </a:spcAft>
              <a:defRPr sz="1800"/>
            </a:pPr>
            <a:r>
              <a:t>• Identify the layer before changing application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13 | ETC2.0 Technical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this connects to our card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Use existing knowledge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Card-side work: APDU / ISO 7816 / card state / crypto / timing.</a:t>
            </a:r>
          </a:p>
          <a:p>
            <a:pPr>
              <a:spcAft>
                <a:spcPts val="1000"/>
              </a:spcAft>
              <a:defRPr sz="1800"/>
            </a:pPr>
            <a:r>
              <a:t>• ETC2.0 vehicle-roadside work: DSRC / OBU / RSU / application interfaces.</a:t>
            </a:r>
          </a:p>
          <a:p>
            <a:pPr>
              <a:spcAft>
                <a:spcPts val="1000"/>
              </a:spcAft>
              <a:defRPr sz="1800"/>
            </a:pPr>
            <a:r>
              <a:t>• STD-T110 explicitly includes IC-card access, so the two worlds can meet inside the OBU.</a:t>
            </a:r>
          </a:p>
          <a:p>
            <a:pPr>
              <a:spcAft>
                <a:spcPts val="1000"/>
              </a:spcAft>
              <a:defRPr sz="1800"/>
            </a:pPr>
            <a:r>
              <a:t>• The DSRC link itself is not the same as contactless card anti-collision or APDU exchange.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14 | ETC2.0 Technical 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I should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ETC2.0 = bidirectional vehicle–road infrastructure communication.</a:t>
            </a:r>
          </a:p>
          <a:p>
            <a:pPr>
              <a:spcAft>
                <a:spcPts val="1000"/>
              </a:spcAft>
              <a:defRPr sz="1600"/>
            </a:pPr>
            <a:r>
              <a:t>• Shasaiki = vehicle-mounted equipment / OBU.</a:t>
            </a:r>
          </a:p>
          <a:p>
            <a:pPr>
              <a:spcAft>
                <a:spcPts val="1000"/>
              </a:spcAft>
              <a:defRPr sz="1600"/>
            </a:pPr>
            <a:r>
              <a:t>• RSU = roadside/base station communicating with the OBU.</a:t>
            </a:r>
          </a:p>
          <a:p>
            <a:pPr>
              <a:spcAft>
                <a:spcPts val="1000"/>
              </a:spcAft>
              <a:defRPr sz="1600"/>
            </a:pPr>
            <a:r>
              <a:t>• STD-T75 = DSRC radio interface.</a:t>
            </a:r>
          </a:p>
          <a:p>
            <a:pPr>
              <a:spcAft>
                <a:spcPts val="1000"/>
              </a:spcAft>
              <a:defRPr sz="1600"/>
            </a:pPr>
            <a:r>
              <a:t>• STD-T88 = DSRC Application Sub-Layer.</a:t>
            </a:r>
          </a:p>
          <a:p>
            <a:pPr>
              <a:spcAft>
                <a:spcPts val="1000"/>
              </a:spcAft>
              <a:defRPr sz="1600"/>
            </a:pPr>
            <a:r>
              <a:t>• STD-T110 = basic application interfaces, including IC-card access.</a:t>
            </a:r>
          </a:p>
          <a:p>
            <a:pPr>
              <a:spcAft>
                <a:spcPts val="1000"/>
              </a:spcAft>
              <a:defRPr sz="1600"/>
            </a:pPr>
            <a:r>
              <a:t>• Next: study the exact project communication trace and message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15 | ETC2.0 Technical Session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Official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Use these before secondary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MLIT / NILIM — ETC2.0 Probe Information</a:t>
            </a:r>
          </a:p>
          <a:p>
            <a:pPr>
              <a:spcAft>
                <a:spcPts val="1000"/>
              </a:spcAft>
              <a:defRPr sz="1800"/>
            </a:pPr>
            <a:r>
              <a:t>• ARIB STD-T75 — Dedicated Short-Range Communication System, Version 1.6</a:t>
            </a:r>
          </a:p>
          <a:p>
            <a:pPr>
              <a:spcAft>
                <a:spcPts val="1000"/>
              </a:spcAft>
              <a:defRPr sz="1800"/>
            </a:pPr>
            <a:r>
              <a:t>• ARIB STD-T88 — DSRC Application Sub-Layer, Version 1.1</a:t>
            </a:r>
          </a:p>
          <a:p>
            <a:pPr>
              <a:spcAft>
                <a:spcPts val="1000"/>
              </a:spcAft>
              <a:defRPr sz="1800"/>
            </a:pPr>
            <a:r>
              <a:t>• ARIB STD-T110 — DSRC Basic Application Interface, Version 1.1</a:t>
            </a:r>
          </a:p>
          <a:p>
            <a:pPr>
              <a:spcAft>
                <a:spcPts val="1000"/>
              </a:spcAft>
              <a:defRPr sz="1800"/>
            </a:pPr>
            <a:r>
              <a:t>• ETC General Information Portal — ETC2.0 vehicle-equipment DSRC rules</a:t>
            </a:r>
          </a:p>
          <a:p>
            <a:pPr>
              <a:spcAft>
                <a:spcPts val="1000"/>
              </a:spcAft>
              <a:defRPr sz="1800"/>
            </a:pPr>
            <a:r>
              <a:t>• ARIB TR-T16 — DSRC mobile-station compatibility confirmation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16 | ETC2.0 Technical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